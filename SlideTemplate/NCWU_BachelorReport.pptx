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CAC"/>
    <a:srgbClr val="2F4E8E"/>
    <a:srgbClr val="355592"/>
    <a:srgbClr val="305190"/>
    <a:srgbClr val="325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3A83-9336-49EB-9044-F53351DE2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7C848-1C47-402E-91A3-820E3042F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9D72E-60D4-4530-8BBF-3F92D54B4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2E87-C382-4127-851E-3CA42A94DF3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06595-04C4-4D41-BB8C-D59D46D4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C1421-4721-47A5-90CC-2131C3DC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BA522-0A6E-4983-88D3-14FE16CCA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1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84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81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681" y="76605"/>
            <a:ext cx="10968261" cy="496887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2F5CA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E9604AC-371F-48C0-9A72-0380FB97A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41300" y="1154262"/>
            <a:ext cx="9557609" cy="5200356"/>
          </a:xfrm>
        </p:spPr>
        <p:txBody>
          <a:bodyPr>
            <a:normAutofit/>
          </a:bodyPr>
          <a:lstStyle>
            <a:lvl1pPr marL="2286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2400" b="1">
                <a:solidFill>
                  <a:srgbClr val="2F5CA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188DB1-A02E-4AF1-AB4F-6EA23AE4B415}"/>
              </a:ext>
            </a:extLst>
          </p:cNvPr>
          <p:cNvSpPr/>
          <p:nvPr userDrawn="1"/>
        </p:nvSpPr>
        <p:spPr>
          <a:xfrm>
            <a:off x="159657" y="633975"/>
            <a:ext cx="11872686" cy="101600"/>
          </a:xfrm>
          <a:prstGeom prst="roundRect">
            <a:avLst>
              <a:gd name="adj" fmla="val 50000"/>
            </a:avLst>
          </a:prstGeom>
          <a:solidFill>
            <a:srgbClr val="2F4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2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C589CC-98C3-49C8-B112-9ED29DEE7330}"/>
              </a:ext>
            </a:extLst>
          </p:cNvPr>
          <p:cNvSpPr/>
          <p:nvPr userDrawn="1"/>
        </p:nvSpPr>
        <p:spPr>
          <a:xfrm>
            <a:off x="0" y="0"/>
            <a:ext cx="12192000" cy="610749"/>
          </a:xfrm>
          <a:prstGeom prst="rect">
            <a:avLst/>
          </a:prstGeom>
          <a:gradFill flip="none" rotWithShape="1">
            <a:gsLst>
              <a:gs pos="53000">
                <a:schemeClr val="accent1">
                  <a:shade val="67500"/>
                  <a:satMod val="11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45DEBB-4E4F-4B56-8CD5-F5D3C0639C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EFC"/>
              </a:clrFrom>
              <a:clrTo>
                <a:srgbClr val="FFFE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9" y="70749"/>
            <a:ext cx="540000" cy="54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C75B90-A4E6-41E0-AC27-7E929B30916F}"/>
              </a:ext>
            </a:extLst>
          </p:cNvPr>
          <p:cNvSpPr txBox="1"/>
          <p:nvPr userDrawn="1"/>
        </p:nvSpPr>
        <p:spPr>
          <a:xfrm>
            <a:off x="11573556" y="233188"/>
            <a:ext cx="61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5C5AD4-B82F-409D-8BFF-38B564D0FC98}" type="slidenum">
              <a:rPr lang="en-US" b="1" smtClean="0">
                <a:solidFill>
                  <a:srgbClr val="2F4E8E"/>
                </a:solidFill>
              </a:rPr>
              <a:pPr algn="r"/>
              <a:t>‹#›</a:t>
            </a:fld>
            <a:endParaRPr lang="en-US" b="1" dirty="0">
              <a:solidFill>
                <a:srgbClr val="2F4E8E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30BFF5E-4982-467D-8BC5-8F772B455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681" y="76605"/>
            <a:ext cx="10968261" cy="496887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E9604AC-371F-48C0-9A72-0380FB97A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3464" y="637026"/>
            <a:ext cx="10541478" cy="32913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2F5CA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320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851CE10-5C42-4F93-83EA-C0FC157501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04"/>
          <a:stretch/>
        </p:blipFill>
        <p:spPr>
          <a:xfrm>
            <a:off x="0" y="1651002"/>
            <a:ext cx="12192000" cy="31051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CCE2408-4FD9-4701-8490-CA80EB767A24}"/>
              </a:ext>
            </a:extLst>
          </p:cNvPr>
          <p:cNvSpPr/>
          <p:nvPr userDrawn="1"/>
        </p:nvSpPr>
        <p:spPr>
          <a:xfrm>
            <a:off x="0" y="1651002"/>
            <a:ext cx="12192000" cy="3105606"/>
          </a:xfrm>
          <a:prstGeom prst="rect">
            <a:avLst/>
          </a:prstGeom>
          <a:solidFill>
            <a:srgbClr val="2F4E8E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en-US" altLang="zh-CN" sz="6000" b="1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问答环节（</a:t>
            </a:r>
            <a:r>
              <a:rPr lang="en-US" altLang="zh-CN" sz="6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r>
              <a:rPr lang="zh-CN" altLang="en-US" sz="6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7624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F6C821-608A-4A82-B804-0CA179C6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7262D-F7C4-4440-AA67-73C0B58FC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C74D-E004-41F1-A12F-F84BED547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2E87-C382-4127-851E-3CA42A94DF3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EC132-6BC9-47A5-88CD-DF3406B4D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E636E-0C61-40C7-84B8-72AB976BA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BA522-0A6E-4983-88D3-14FE16CCA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8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393C61-1B95-4955-ADDF-693CEAA00063}"/>
              </a:ext>
            </a:extLst>
          </p:cNvPr>
          <p:cNvSpPr/>
          <p:nvPr/>
        </p:nvSpPr>
        <p:spPr>
          <a:xfrm>
            <a:off x="4587039" y="4972959"/>
            <a:ext cx="3017922" cy="546100"/>
          </a:xfrm>
          <a:prstGeom prst="roundRect">
            <a:avLst>
              <a:gd name="adj" fmla="val 50000"/>
            </a:avLst>
          </a:prstGeom>
          <a:solidFill>
            <a:srgbClr val="325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汇报：张三</a:t>
            </a:r>
            <a:endParaRPr lang="en-US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5A656E-A0E9-4E2E-BCF9-5FB7F997A8D6}"/>
              </a:ext>
            </a:extLst>
          </p:cNvPr>
          <p:cNvGrpSpPr/>
          <p:nvPr/>
        </p:nvGrpSpPr>
        <p:grpSpPr>
          <a:xfrm>
            <a:off x="976536" y="1236664"/>
            <a:ext cx="10238928" cy="144000"/>
            <a:chOff x="1330137" y="1338263"/>
            <a:chExt cx="10238928" cy="144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BEBADB-0E99-4438-AA46-68B5936C67AD}"/>
                </a:ext>
              </a:extLst>
            </p:cNvPr>
            <p:cNvCxnSpPr>
              <a:cxnSpLocks/>
            </p:cNvCxnSpPr>
            <p:nvPr/>
          </p:nvCxnSpPr>
          <p:spPr>
            <a:xfrm>
              <a:off x="7997190" y="1410263"/>
              <a:ext cx="3571875" cy="0"/>
            </a:xfrm>
            <a:prstGeom prst="line">
              <a:avLst/>
            </a:prstGeom>
            <a:ln w="57150">
              <a:gradFill flip="none" rotWithShape="1">
                <a:gsLst>
                  <a:gs pos="24000">
                    <a:srgbClr val="305190"/>
                  </a:gs>
                  <a:gs pos="100000">
                    <a:schemeClr val="bg1"/>
                  </a:gs>
                </a:gsLst>
                <a:lin ang="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8BEB47-7589-4F66-BCBE-D3F75886A923}"/>
                </a:ext>
              </a:extLst>
            </p:cNvPr>
            <p:cNvSpPr/>
            <p:nvPr/>
          </p:nvSpPr>
          <p:spPr>
            <a:xfrm>
              <a:off x="7889558" y="1338263"/>
              <a:ext cx="144000" cy="144000"/>
            </a:xfrm>
            <a:prstGeom prst="ellipse">
              <a:avLst/>
            </a:prstGeom>
            <a:solidFill>
              <a:srgbClr val="3555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86FA40-B020-43F5-ADCA-2A241CB1C2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0137" y="1410263"/>
              <a:ext cx="3571875" cy="0"/>
            </a:xfrm>
            <a:prstGeom prst="line">
              <a:avLst/>
            </a:prstGeom>
            <a:ln w="57150">
              <a:gradFill flip="none" rotWithShape="1">
                <a:gsLst>
                  <a:gs pos="24000">
                    <a:srgbClr val="305190"/>
                  </a:gs>
                  <a:gs pos="100000">
                    <a:schemeClr val="bg1"/>
                  </a:gs>
                </a:gsLst>
                <a:lin ang="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B06C719-CC57-4F7E-A912-C7C172634DC2}"/>
                </a:ext>
              </a:extLst>
            </p:cNvPr>
            <p:cNvSpPr/>
            <p:nvPr/>
          </p:nvSpPr>
          <p:spPr>
            <a:xfrm flipH="1">
              <a:off x="4758012" y="1338263"/>
              <a:ext cx="144000" cy="144000"/>
            </a:xfrm>
            <a:prstGeom prst="ellipse">
              <a:avLst/>
            </a:prstGeom>
            <a:solidFill>
              <a:srgbClr val="3555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24786CC-5E1F-43DB-A03C-10FE90FEB33A}"/>
              </a:ext>
            </a:extLst>
          </p:cNvPr>
          <p:cNvSpPr txBox="1"/>
          <p:nvPr/>
        </p:nvSpPr>
        <p:spPr>
          <a:xfrm>
            <a:off x="5174195" y="842776"/>
            <a:ext cx="1529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标题</a:t>
            </a:r>
            <a:r>
              <a:rPr lang="en-US" altLang="zh-CN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81E53D-699E-4F6B-A64D-7B0A26E5C9DB}"/>
              </a:ext>
            </a:extLst>
          </p:cNvPr>
          <p:cNvSpPr txBox="1"/>
          <p:nvPr/>
        </p:nvSpPr>
        <p:spPr>
          <a:xfrm>
            <a:off x="5080337" y="5648449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华北水利水电大学</a:t>
            </a:r>
            <a:endParaRPr lang="en-US" altLang="zh-CN" dirty="0"/>
          </a:p>
          <a:p>
            <a:pPr algn="ctr"/>
            <a:r>
              <a:rPr lang="zh-CN" altLang="en-US" dirty="0"/>
              <a:t>机械学院</a:t>
            </a:r>
            <a:endParaRPr lang="en-US" altLang="zh-CN" dirty="0"/>
          </a:p>
          <a:p>
            <a:pPr algn="ctr"/>
            <a:fld id="{924A29C0-4786-4C7F-ACEC-05D6C2E9A84D}" type="datetime2">
              <a:rPr lang="zh-CN" altLang="en-US" smtClean="0"/>
              <a:pPr algn="ctr"/>
              <a:t>2026年1月4日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ACE09F-DD88-4A56-BC17-903DE1AE75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04"/>
          <a:stretch/>
        </p:blipFill>
        <p:spPr>
          <a:xfrm>
            <a:off x="0" y="1651002"/>
            <a:ext cx="12192000" cy="31051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4352233-B37A-4060-A31B-BC296CBDE332}"/>
              </a:ext>
            </a:extLst>
          </p:cNvPr>
          <p:cNvSpPr/>
          <p:nvPr/>
        </p:nvSpPr>
        <p:spPr>
          <a:xfrm>
            <a:off x="0" y="1622662"/>
            <a:ext cx="12192000" cy="3133946"/>
          </a:xfrm>
          <a:prstGeom prst="rect">
            <a:avLst/>
          </a:prstGeom>
          <a:solidFill>
            <a:srgbClr val="2F4E8E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1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请输入</a:t>
            </a:r>
            <a:r>
              <a:rPr lang="zh-CN" altLang="en-US" sz="6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</a:p>
        </p:txBody>
      </p:sp>
    </p:spTree>
    <p:extLst>
      <p:ext uri="{BB962C8B-B14F-4D97-AF65-F5344CB8AC3E}">
        <p14:creationId xmlns:p14="http://schemas.microsoft.com/office/powerpoint/2010/main" val="356140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6B36D7-F944-4A75-9A17-568C3CD485F1}"/>
              </a:ext>
            </a:extLst>
          </p:cNvPr>
          <p:cNvSpPr/>
          <p:nvPr/>
        </p:nvSpPr>
        <p:spPr>
          <a:xfrm>
            <a:off x="4587039" y="4972959"/>
            <a:ext cx="3017922" cy="546100"/>
          </a:xfrm>
          <a:prstGeom prst="roundRect">
            <a:avLst>
              <a:gd name="adj" fmla="val 50000"/>
            </a:avLst>
          </a:prstGeom>
          <a:solidFill>
            <a:srgbClr val="325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汇报：张三</a:t>
            </a:r>
            <a:endParaRPr lang="en-US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AAA35-7CF3-4B7A-9786-C680528E4D05}"/>
              </a:ext>
            </a:extLst>
          </p:cNvPr>
          <p:cNvSpPr txBox="1"/>
          <p:nvPr/>
        </p:nvSpPr>
        <p:spPr>
          <a:xfrm>
            <a:off x="5080337" y="5648449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华北水利水电大学</a:t>
            </a:r>
            <a:endParaRPr lang="en-US" altLang="zh-CN" dirty="0"/>
          </a:p>
          <a:p>
            <a:pPr algn="ctr"/>
            <a:r>
              <a:rPr lang="zh-CN" altLang="en-US" dirty="0"/>
              <a:t>机械学院</a:t>
            </a:r>
            <a:endParaRPr lang="en-US" altLang="zh-CN" dirty="0"/>
          </a:p>
          <a:p>
            <a:pPr algn="ctr"/>
            <a:fld id="{924A29C0-4786-4C7F-ACEC-05D6C2E9A84D}" type="datetime2">
              <a:rPr lang="zh-CN" altLang="en-US" smtClean="0"/>
              <a:pPr algn="ctr"/>
              <a:t>2026年1月4日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1897E7-A5D1-41D6-A646-F8B898BC5F4A}"/>
              </a:ext>
            </a:extLst>
          </p:cNvPr>
          <p:cNvGrpSpPr/>
          <p:nvPr/>
        </p:nvGrpSpPr>
        <p:grpSpPr>
          <a:xfrm>
            <a:off x="976536" y="1236664"/>
            <a:ext cx="10238928" cy="144000"/>
            <a:chOff x="1330137" y="1338263"/>
            <a:chExt cx="10238928" cy="14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23A5054-E1A2-41DE-957F-3F5E3A9A1B27}"/>
                </a:ext>
              </a:extLst>
            </p:cNvPr>
            <p:cNvCxnSpPr>
              <a:cxnSpLocks/>
            </p:cNvCxnSpPr>
            <p:nvPr/>
          </p:nvCxnSpPr>
          <p:spPr>
            <a:xfrm>
              <a:off x="7997190" y="1410263"/>
              <a:ext cx="3571875" cy="0"/>
            </a:xfrm>
            <a:prstGeom prst="line">
              <a:avLst/>
            </a:prstGeom>
            <a:ln w="57150">
              <a:gradFill flip="none" rotWithShape="1">
                <a:gsLst>
                  <a:gs pos="24000">
                    <a:srgbClr val="305190"/>
                  </a:gs>
                  <a:gs pos="100000">
                    <a:schemeClr val="bg1"/>
                  </a:gs>
                </a:gsLst>
                <a:lin ang="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E69287F-E5BE-4415-878E-C007D3C2D665}"/>
                </a:ext>
              </a:extLst>
            </p:cNvPr>
            <p:cNvSpPr/>
            <p:nvPr/>
          </p:nvSpPr>
          <p:spPr>
            <a:xfrm>
              <a:off x="7889558" y="1338263"/>
              <a:ext cx="144000" cy="144000"/>
            </a:xfrm>
            <a:prstGeom prst="ellipse">
              <a:avLst/>
            </a:prstGeom>
            <a:solidFill>
              <a:srgbClr val="3555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0016A30-46CF-4941-97C0-0A209803BB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0137" y="1410263"/>
              <a:ext cx="3571875" cy="0"/>
            </a:xfrm>
            <a:prstGeom prst="line">
              <a:avLst/>
            </a:prstGeom>
            <a:ln w="57150">
              <a:gradFill flip="none" rotWithShape="1">
                <a:gsLst>
                  <a:gs pos="24000">
                    <a:srgbClr val="305190"/>
                  </a:gs>
                  <a:gs pos="100000">
                    <a:schemeClr val="bg1"/>
                  </a:gs>
                </a:gsLst>
                <a:lin ang="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6BEDE44-C5F8-447C-87DB-659B80237E0C}"/>
                </a:ext>
              </a:extLst>
            </p:cNvPr>
            <p:cNvSpPr/>
            <p:nvPr/>
          </p:nvSpPr>
          <p:spPr>
            <a:xfrm flipH="1">
              <a:off x="4758012" y="1338263"/>
              <a:ext cx="144000" cy="144000"/>
            </a:xfrm>
            <a:prstGeom prst="ellipse">
              <a:avLst/>
            </a:prstGeom>
            <a:solidFill>
              <a:srgbClr val="3555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23136E9-CFD2-4D45-8DEB-37138156F85D}"/>
              </a:ext>
            </a:extLst>
          </p:cNvPr>
          <p:cNvSpPr txBox="1"/>
          <p:nvPr/>
        </p:nvSpPr>
        <p:spPr>
          <a:xfrm>
            <a:off x="5174195" y="842776"/>
            <a:ext cx="1529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标题</a:t>
            </a:r>
            <a:r>
              <a:rPr lang="en-US" altLang="zh-CN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4898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宋-Times">
      <a:majorFont>
        <a:latin typeface="Times New Roman"/>
        <a:ea typeface="华文中宋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23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华文中宋</vt:lpstr>
      <vt:lpstr>微软雅黑</vt:lpstr>
      <vt:lpstr>Arial</vt:lpstr>
      <vt:lpstr>Times New Roman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Haiquan Wang</dc:creator>
  <cp:lastModifiedBy>Haiquan Wang</cp:lastModifiedBy>
  <cp:revision>30</cp:revision>
  <dcterms:created xsi:type="dcterms:W3CDTF">2025-10-22T03:17:55Z</dcterms:created>
  <dcterms:modified xsi:type="dcterms:W3CDTF">2026-01-04T10:10:17Z</dcterms:modified>
</cp:coreProperties>
</file>